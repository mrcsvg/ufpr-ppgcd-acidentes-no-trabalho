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Trabalhamos com os microdados de CAT: toda comunicação de acidente de trabalho registrada na Previdência. Em sete minutos vamos percorrer o workflow que construímos, as sete armadilhas que encontramos nos dados e o que eles revelaram.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Recebemos uma pasta com 61 arquivos e um dicionário oficial de 2021. A pergunta de partida era ampla. Mas descobrimos logo que antes de analisar era preciso entender o que estava nos arquivos — e essa virou a maior parte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workflow. Cinco etapas, marcadas pela fase do ciclo ERP: explorar, refinar, produzir. O importante é que ele não foi linear — a seta tracejada mostra os retornos. Vamos percorrer cada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EXPLORE, começamos pelo cabeçalho de cada arquivo — usando requisições Range, para não baixar tudo. Encontramos cinco cabeçalhos, quatro formatos. E, pior, colunas cujo rótulo não corresponde ao conteúdo. Isso definiu toda a arquitetura: o leitor mapeia por posição, não por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Encontramos sete armadilhas. Elas têm uma coisa em comum, e é o que mais nos marcou: nenhuma delas quebra o código. Todas produzem resultado errado em silêncio. Por isso a exploração tomou mais tempo que a análise em si. Vou detalhar as duas mais graves, em âmbar.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decisão do REFINE. A UF do acidente tinha Maranhão em primeiro lugar e São Paulo ausente. Cruzando com a UF derivada do código IBGE do município, vimos que os rótulos estão trocados de forma sistemática, e que doze estados não têm rótulo nenhum. A coluna é irrecuperável — descartamos e usamos a do empregador.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decisão. Os arquivos não são partições disjuntas: cada um cobre uma janela de mês de emissão, e as janelas se sobrepõem. Oito arquivos são republicação integral. Optamos por marcar a repetição numa coluna, em vez de apagar a linha — assim quem revisa consegue conferir 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PRODUCE entregou quatro coisas: a base consolidada, o pipeline que a reconstrói, um relatório descritivo que se regenera sozinho e um notebook que explica a consolidação. Tudo sustentado por 122 testes — cada decisão de limpeza tem um teste que a documenta.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ferramentas foram basicamente as mesmas — Python, pandas — mas o papel mudou em cada fase. No EXPLORE, requisições HTTP leves para não baixar 1,8 GB só para ver um cabeçalho. No REFINE, pytest: cada decisão de limpeza virou teste. No PRODUCE, Parquet comprimido e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achado principal. O trajeto é minoria dos acidentes, mas o mais letal — 2,7 vezes o típico. E o setor mais letal é o transporte rodoviário de carga, com quatro vezes a média geral. Duas análises independentes apontando para o trânsito. É a hipótese que vamos aprofundar.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EDA fez quatro coisas pelo artigo. Delimitou o escopo: a geografia só pode ser do empregador. Deu a hipótese do trânsito. Expôs a limitação central — sem denominador de exposição, estamos medindo composição, não risco. E definiu o próximo passo: cruzar tipo com setor e buscar vínculos da 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96012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61 arquivos a uma base única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2128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dos microdados de CAT · Comunicação de Acidente de Trabalho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880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3,47 mi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4564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880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2019–2026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34564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2880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34564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3159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PPGCD/UFPR · Atividade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análise começou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52728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234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pasta compartilhada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2527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arquivos CSV, 1,8 GB, sem documentação além de um dicionário de 2021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8541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167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ampla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1854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se acidenta no trabalho no Brasil, em que setores, com que gravidade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18104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099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obstáculo imediato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11810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análise, era preciso descobrir o que havia nos arquivos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pergunta não foi sobre acidentes. Foi: estes arquivos têm o mesmo formato?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workflow da análise</a:t>
            </a:r>
            <a:endParaRPr lang="en-US" sz="3000" dirty="0"/>
          </a:p>
        </p:txBody>
      </p:sp>
      <p:pic>
        <p:nvPicPr>
          <p:cNvPr id="3" name="Image 0" descr="/home/user/ufpr-ppgcd-acidentes-no-trabalho/reports/figura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51560"/>
            <a:ext cx="7818120" cy="33325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4805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seta tracejada é a parte honesta: voltamos ao REFINE duas vezes, porque a análise revelou problemas que a exploração inicial não pegou.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— conhecer os dados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2529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207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de cada arquivo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4904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baixar 1,8 GB: requisições HTTP Range de 3 KB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4825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29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e formato de 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3134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conferidos contra o dado, não contra o dicionário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7121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8529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Domínios, nulos, cardinalidade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1363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descritivo gerado automaticamente</a:t>
            </a:r>
            <a:endParaRPr lang="en-US" sz="1200" dirty="0"/>
          </a:p>
        </p:txBody>
      </p:sp>
      <p:pic>
        <p:nvPicPr>
          <p:cNvPr id="15" name="Image 0" descr="/home/user/ufpr-ppgcd-acidentes-no-trabalho/reports/apresentacao/figuras/esque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15568"/>
            <a:ext cx="3886200" cy="223859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2920" y="39776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Descoberta: 61 arquivos, 4 formatos incompatíveis — e rótulos de coluna que não correspondem ao conteúdo. Empilhar por nome não dá erro; dá resultado errado.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7 armadilhas que encontramos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arquivos se sobrepõem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4356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11,7% das linhas são republicação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23544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UF do acidente está trocada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23544" y="21854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errados; 12 UFs sem rótulo algum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688336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de coluna que mentem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" y="2935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Acidente” trazendo outro conteúdo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38144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" y="3419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dicionário erra a data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" y="36850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DD/MM/AAAA, não o AAAAMMDD publicado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75504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misto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14356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arquivos UTF-8 entre 58 em latin-1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1938528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175504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Descrições truncadas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75504" y="218541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caracteres partem 84,7% dos CNAE em dois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2688336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175504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 ≠ mês do acidente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2935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temporal por arquivo fica errada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2793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delas dá erro de execução. Todas dão resultado errado em silêncio — por isso a etapa de exploração levou mais tempo que a análise.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— a coluna que mentia</a:t>
            </a:r>
            <a:endParaRPr lang="en-US" sz="3000" dirty="0"/>
          </a:p>
        </p:txBody>
      </p:sp>
      <p:pic>
        <p:nvPicPr>
          <p:cNvPr id="3" name="Image 0" descr="/home/user/ufpr-ppgcd-acidentes-no-trabalho/reports/apresentacao/figuras/uf-troc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7863840" cy="3040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2611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estava gravado como “Maranhão”. E 12 UFs — RS, SC, BA entre elas — não têm rótulo algum: 33% da base. Decisão: usar a UF derivada do código IBGE.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 — os arquivos que se repetiam</a:t>
            </a:r>
            <a:endParaRPr lang="en-US" sz="3000" dirty="0"/>
          </a:p>
        </p:txBody>
      </p:sp>
      <p:pic>
        <p:nvPicPr>
          <p:cNvPr id="3" name="Image 0" descr="/home/user/ufpr-ppgcd-acidentes-no-trabalho/reports/apresentacao/figuras/republic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4663440" cy="26987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11,7%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7007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linhas já haviam sido publicadas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2267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arquivos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único registro novo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32369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458 mil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36393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diferença na contagem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3159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Marcamos em vez de apagar: a base guarda o problema e a decisão fica auditável.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 — o que foi produzido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88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única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2070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3,47 milhões de registros · 1,8 GB de CSV → 94 MB de Parquet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5681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9385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reproduzível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195681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etapas retomáveis · reconstrói tudo em 2 minutos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706624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6883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automatizado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70662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cobertura, domínios e consistência, regerado por comando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456432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45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4381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no Colab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45643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consolidação explicada passo a passo, executável por qualquer um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3159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testes automatizados sustentam cada decisão de limpeza.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em cada etapa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70432"/>
            <a:ext cx="2560320" cy="2788920"/>
          </a:xfrm>
          <a:prstGeom prst="roundRect">
            <a:avLst>
              <a:gd name="adj" fmla="val 2143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 + HTTP Range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02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1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PyArrow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43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cabeçalhos sem baixar tudo; perfilar domínios e nulos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170432"/>
            <a:ext cx="2560320" cy="2788920"/>
          </a:xfrm>
          <a:prstGeom prst="roundRect">
            <a:avLst>
              <a:gd name="adj" fmla="val 2143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02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1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743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os 4 formatos; cada decisão com teste que a fixa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560320" cy="2788920"/>
          </a:xfrm>
          <a:prstGeom prst="roundRect">
            <a:avLst>
              <a:gd name="adj" fmla="val 2143"/>
            </a:avLst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zstd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002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31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· Git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743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consolidada, figuras e notebook reproduzível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em todas as etapas. O que mudou foi o papel: explorar com requisições leves, refinar com testes, produzir com formato colunar.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resultados: trajeto mata mais</a:t>
            </a:r>
            <a:endParaRPr lang="en-US" sz="3000" dirty="0"/>
          </a:p>
        </p:txBody>
      </p:sp>
      <p:pic>
        <p:nvPicPr>
          <p:cNvPr id="3" name="Image 0" descr="/home/user/ufpr-ppgcd-acidentes-no-trabalho/reports/apresentacao/figuras/letali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138160" cy="30107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1605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acidente de trajeto é 2,7× mais letal que o típico, apesar de 3,3× menos frequente. E o transporte rodoviário lidera entre os setores, com 4× a média. Duas análises independentes apontando para o mesmo mecanismo: o trânsito.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EDA contribui para o artigo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98448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2801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Delimitou o que é possível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29844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geografia só pelo empregador; série temporal só em períodos completos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66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a hipótese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08483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ao trânsito, sustentada por duas análises independentes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87121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852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Expôs a limitação central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87121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denominador de exposição, medimos composição — não risco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639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Definiu o próximo passo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65760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tipo × setor e buscar vínculos da RAIS por CNAE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5262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github.com/mrcsvg/ufpr-ppgcd-acidentes-no-trabalho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Acidentes de trabalho — consolidação e EDA</dc:title>
  <dc:subject>PptxGenJS Presentation</dc:subject>
  <dc:creator>PPGCD/UFPR</dc:creator>
  <cp:lastModifiedBy>PPGCD/UFPR</cp:lastModifiedBy>
  <cp:revision>1</cp:revision>
  <dcterms:created xsi:type="dcterms:W3CDTF">2026-08-31T21:12:08Z</dcterms:created>
  <dcterms:modified xsi:type="dcterms:W3CDTF">2026-08-31T21:12:08Z</dcterms:modified>
</cp:coreProperties>
</file>